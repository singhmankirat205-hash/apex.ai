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362895" cy="73152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Arial"/>
              </a:defRPr>
            </a:pPr>
            <a:r>
              <a:t>Test Executive Deck</a:t>
            </a:r>
          </a:p>
          <a:p>
            <a:pPr>
              <a:spcBef>
                <a:spcPts val="1400"/>
              </a:spcBef>
              <a:defRPr sz="1800">
                <a:solidFill>
                  <a:srgbClr val="06B6D4"/>
                </a:solidFill>
                <a:latin typeface="Arial"/>
              </a:defRPr>
            </a:pPr>
            <a:r>
              <a:t>Enterprise Operational Intelligence &amp; Technical Strategic 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Prepared by APEX Enterprise AI  •  October 2026  •  APEX Autonomous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5A0"/>
                </a:solidFill>
                <a:latin typeface="Arial"/>
              </a:defRPr>
            </a:pPr>
            <a:r>
              <a:t>Overview</a:t>
            </a:r>
          </a:p>
          <a:p>
            <a:pPr>
              <a:defRPr sz="900" b="1">
                <a:solidFill>
                  <a:srgbClr val="94A3B8"/>
                </a:solidFill>
              </a:defRPr>
            </a:pPr>
            <a:r>
              <a:t>APEX STRATEGIC INTELLIGENCE  •  SLIDE 2 OF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9966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 Market share grew 15%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 Quality pass rate 99.4%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