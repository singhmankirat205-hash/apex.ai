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2895" cy="73152"/>
          </a:xfrm>
          <a:prstGeom prst="rect">
            <a:avLst/>
          </a:prstGeom>
          <a:solidFill>
            <a:srgbClr val="00F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Arial"/>
              </a:defRPr>
            </a:pPr>
            <a:r>
              <a:t>Executive Strategy</a:t>
            </a:r>
          </a:p>
          <a:p>
            <a:pPr>
              <a:spcBef>
                <a:spcPts val="1400"/>
              </a:spcBef>
              <a:defRPr sz="1800">
                <a:solidFill>
                  <a:srgbClr val="06B6D4"/>
                </a:solidFill>
                <a:latin typeface="Arial"/>
              </a:defRPr>
            </a:pPr>
            <a:r>
              <a:t>Enterprise Operational Intelligence &amp; Technical Strategic Dossier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Prepared by APEX Universal Intelligence  •  October 2026  •  APEX Autonomous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5A0"/>
                </a:solidFill>
                <a:latin typeface="Arial"/>
              </a:defRPr>
            </a:pPr>
            <a:r>
              <a:t>Slide 1</a:t>
            </a:r>
          </a:p>
          <a:p>
            <a:pPr>
              <a:defRPr sz="900" b="1">
                <a:solidFill>
                  <a:srgbClr val="94A3B8"/>
                </a:solidFill>
              </a:defRPr>
            </a:pPr>
            <a:r>
              <a:t>APEX STRATEGIC INTELLIGENCE  •  SLIDE 2 OF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Bullet point A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500">
                <a:solidFill>
                  <a:srgbClr val="0F172A"/>
                </a:solidFill>
                <a:latin typeface="Arial"/>
              </a:defRPr>
            </a:pPr>
            <a:r>
              <a:t>•  Bullet point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